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5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5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746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691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9739"/>
            <a:ext cx="105169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89464"/>
            <a:ext cx="1051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330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5625"/>
            <a:ext cx="51822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4443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126"/>
            <a:ext cx="105169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163"/>
            <a:ext cx="515845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5075"/>
            <a:ext cx="5158459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163"/>
            <a:ext cx="51838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5075"/>
            <a:ext cx="5183863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548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74483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799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426"/>
            <a:ext cx="617300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013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7426"/>
            <a:ext cx="617300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613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748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125"/>
            <a:ext cx="262924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125"/>
            <a:ext cx="7735307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683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89000"/>
              </a:schemeClr>
            </a:gs>
            <a:gs pos="29000">
              <a:schemeClr val="accent5">
                <a:lumMod val="89000"/>
              </a:schemeClr>
            </a:gs>
            <a:gs pos="70000">
              <a:schemeClr val="accent5">
                <a:lumMod val="79000"/>
                <a:alpha val="85000"/>
              </a:schemeClr>
            </a:gs>
            <a:gs pos="100000">
              <a:schemeClr val="accent5">
                <a:lumMod val="70000"/>
              </a:schemeClr>
            </a:gs>
          </a:gsLst>
          <a:lin ang="60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D26E9-8855-4CFA-87FF-52348AF2ACD5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1A66A-E46B-447C-BD2A-201974C951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503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/>
            </a:gs>
            <a:gs pos="87000">
              <a:schemeClr val="accent5">
                <a:lumMod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73F4-8739-47C1-9918-16B760A639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D2189-F9F8-449F-BCF2-0B4FE6706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38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hassamkhan</dc:creator>
  <cp:lastModifiedBy>hassamkhan</cp:lastModifiedBy>
  <cp:revision>4</cp:revision>
  <dcterms:created xsi:type="dcterms:W3CDTF">2025-09-07T10:55:15Z</dcterms:created>
  <dcterms:modified xsi:type="dcterms:W3CDTF">2025-09-08T12:15:12Z</dcterms:modified>
</cp:coreProperties>
</file>